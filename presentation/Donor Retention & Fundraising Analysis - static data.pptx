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54" d="100"/>
          <a:sy n="54" d="100"/>
        </p:scale>
        <p:origin x="400" y="6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6F5AAD-9C6C-4186-BE19-E086D1FA170E}"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CB2940-D1A9-43BF-BD3F-D0A938BD55D2}" type="slidenum">
              <a:rPr lang="en-US" smtClean="0"/>
              <a:t>‹#›</a:t>
            </a:fld>
            <a:endParaRPr lang="en-US"/>
          </a:p>
        </p:txBody>
      </p:sp>
    </p:spTree>
    <p:extLst>
      <p:ext uri="{BB962C8B-B14F-4D97-AF65-F5344CB8AC3E}">
        <p14:creationId xmlns:p14="http://schemas.microsoft.com/office/powerpoint/2010/main" val="1957730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Top Donor Countries</a:t>
            </a:r>
            <a:endParaRPr dirty="0"/>
          </a:p>
          <a:p>
            <a:r>
              <a:rPr b="0" dirty="0"/>
              <a:t>No alt text provided</a:t>
            </a:r>
            <a:endParaRPr dirty="0"/>
          </a:p>
          <a:p>
            <a:endParaRPr dirty="0"/>
          </a:p>
          <a:p>
            <a:r>
              <a:rPr b="1" dirty="0"/>
              <a:t>Monthly Fundraising Trend</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Donation by donation type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Campaign Contribution</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Donations by Age group</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Donations by Referral Channels</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Donation Type Analysis</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Total Donors by Gender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cardVisual</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Newsletter opt in</a:t>
            </a:r>
            <a:endParaRPr dirty="0"/>
          </a:p>
          <a:p>
            <a:r>
              <a:rPr b="0" dirty="0"/>
              <a:t>No alt text provided</a:t>
            </a:r>
            <a:endParaRPr dirty="0"/>
          </a:p>
          <a:p>
            <a:endParaRPr dirty="0"/>
          </a:p>
          <a:p>
            <a:r>
              <a:rPr b="1" dirty="0"/>
              <a:t>Payment Method Distribution</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Campaign Contribution</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Donations by Referral Channels</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9/28/2026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38f572cd-a9d2-4606-9eae-7af3e60b9541?pbi_source=PowerPoint"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38f572cd-a9d2-4606-9eae-7af3e60b9541/?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38f572cd-a9d2-4606-9eae-7af3e60b9541/?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38f572cd-a9d2-4606-9eae-7af3e60b9541/?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38f572cd-a9d2-4606-9eae-7af3e60b9541/?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Donor Retention &amp; Fundraising Dashboard</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rId3"/>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9/28/2026 11:38:28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9/5/2026 11:55:57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ardVisual ,cardVisual ,Top Donor Countries ,Monthly Fundraising Trend ,slicer ,slicer ,slicer ,Donation by donation type ,textbox ,cardVisual ,Campaign Contribution ,slicer ,cardVisual.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Executive Summary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Donations by Age group ,slicer ,Donations by Referral Channels ,cardVisual ,cardVisual ,textbox ,cardVisual ,Donation Type Analysis ,slicer ,cardVisual ,Total Donors by Gender ,slicer ,slice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Donor Insights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ardVisual ,textbox ,Newsletter opt in ,Payment Method Distribution ,cardVisual ,Campaign Contribution ,cardVisual ,Donations by Referral Channels ,cardVisual ,slicer ,slicer ,slice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Campaign &amp; Fundraisig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textbox.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Summary &amp; Recommendations</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TotalTime>
  <Words>261</Words>
  <Application>Microsoft Office PowerPoint</Application>
  <PresentationFormat>Widescreen</PresentationFormat>
  <Paragraphs>126</Paragraphs>
  <Slides>5</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Aptos</vt:lpstr>
      <vt:lpstr>Arial</vt:lpstr>
      <vt:lpstr>Calibri</vt:lpstr>
      <vt:lpstr>Calibri Light</vt:lpstr>
      <vt:lpstr>Segoe UI</vt:lpstr>
      <vt:lpstr>Segoe UI Light</vt:lpstr>
      <vt:lpstr>Segoe UI Semibold</vt:lpstr>
      <vt:lpstr>Custom Design</vt:lpstr>
      <vt:lpstr>Donor Retention &amp; Fundraising Dashboard</vt:lpstr>
      <vt:lpstr>Executive Summary</vt:lpstr>
      <vt:lpstr>Donor Insights</vt:lpstr>
      <vt:lpstr>Campaign &amp; Fundraisig</vt:lpstr>
      <vt:lpstr>Summary &amp;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Damaris Nafula</cp:lastModifiedBy>
  <cp:revision>4</cp:revision>
  <dcterms:created xsi:type="dcterms:W3CDTF">2016-09-04T11:54:55Z</dcterms:created>
  <dcterms:modified xsi:type="dcterms:W3CDTF">2026-09-28T11:52:55Z</dcterms:modified>
</cp:coreProperties>
</file>